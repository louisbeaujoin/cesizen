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D8F411-1238-34A9-BD7D-9C499E5C2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84D295-71BE-5E29-1692-D9F2AA60D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8105BC-5B8A-F58D-761C-1B71B78B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425C6D-4823-4FEB-3E6E-DE738C8C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152152-8078-BE2A-79B5-547EA057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403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239452-C839-F907-7415-68F14F9D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5D1BBC-2908-121A-B6DB-29CEF7528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F3122B-4792-2613-2256-08CFDB3F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21F1AE-9AA7-DA2C-75B3-049738CF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15BE5D-FEC1-C65C-0203-B3A60F89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46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204A97-CC0D-04FA-B0C6-4E1AFBA01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EA0D9B-180C-D049-39B6-D96D3360C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988913-D8CA-A17F-8D7A-8B04803F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D2F4B7-17B0-ED44-0900-93534C6A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3BB8F1-F767-11D7-5DE0-81F7B26A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74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C4186E-53F5-CEA9-B5E9-E9E57C78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43B475-8EB9-4473-28CC-1152ECCAB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4265D3-524E-D3CB-4166-E52754116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63E435-9AF5-7476-0227-A741DE40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196679-86B5-8293-9EFF-ACB62849F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AFBAD9-FB81-130E-CFDC-882A06AD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458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3EC4E5-C309-6DF0-6144-478F5223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B24EAD-96E3-98EF-CE19-63AC4151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3852DF-8859-44B3-DE03-70FBB8492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94DBE78-425D-B885-6AEA-5376D036C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CAAC3A9-21DB-68B0-8531-53AF07D2B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5F856C1-BFC7-827E-6444-8877D210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3648AF-8E87-69FB-C505-5E1CF20E3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D1787D0-D910-8F57-E7AD-891AFAEA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09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D09A7-5AFE-D37D-3471-E2411921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1B22BE-BB7A-B67A-4BDF-F0EA508E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B6872C0-BF91-EA7E-18A0-7EF53EBA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093B82-4B9E-329A-2444-CF462C3A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551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04BD53-3AB2-CB33-BAF1-D83650EA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6F9441E-78C3-614B-B124-BB10668F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BD480E-3952-E123-1F1B-D4742970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69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0E9623-EE7D-7AA7-1C8B-BD41A3A7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054110-0CFA-5BA5-4299-E6B56B1F5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0F926F-B12A-FE76-2991-509FC19C1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C97799-CD35-F5D3-09A2-01996A57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C58F55-6FD8-4D4D-BAE2-A8B7E732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1947D2-C6CD-3AEE-8A94-E1000302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46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7B2BF7-BB9B-2A91-29B5-B7CFE222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0616361-D709-B3A0-522A-0595EA0A2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9D768E-BB68-FEC4-81FF-CB1787026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2840C3-4182-4FFD-F1F4-8DEE55774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D5668B-0E3B-34DC-85B5-8A8C5D8D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1CD7C0-1971-B2B0-F71D-5637E1F5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02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762D4-A906-D8B5-CD86-6CEF32B0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688A69-69A2-8D9B-8077-84EA3FAF9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35C258-EBAB-1EE2-9444-46BF5215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CA0E5E-827E-F751-4CC2-2B80544C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101DB1-04D2-1E73-56DE-5ADCEF82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59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650FD57-EC96-946A-E9B6-E0BCDD5C4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DD8A26-E7CC-CAB6-4BE4-116F24631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B9A13B-C292-E693-9546-08627C66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5FEC66-CAA1-9B03-778E-7265D00A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6FB157-94CA-64C3-0B86-AD94FE0D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540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E37BFB-FC5F-9928-8F51-349D2803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217130-C829-5BB7-24BC-6DA385D5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40755E-7E32-EC98-1EBB-BE3565FF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1F0670-C149-5F40-91CD-8B609D1E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87D176-7F1F-BDB4-6A96-172BDD60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6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C67C029-021D-1662-8EB0-B968212F1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29FEBB-5356-D9B9-DB65-6437A6CE3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B23E95-46C3-34CE-8382-7D6B7CFAF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985A2-C846-433C-91C2-7BBA8A07B02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69A434-17BA-5B41-895E-8C29E55A2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417E7A-1539-3C62-D333-889D0B750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3A551-9743-4A1A-92AB-4D73D0E329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5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D1364-14D2-B9E4-BE6D-F0A6383F5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lang="fr-FR" sz="4800" b="1">
                <a:solidFill>
                  <a:srgbClr val="FFFFFF"/>
                </a:solidFill>
              </a:rPr>
              <a:t>CESIZen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34D78EC-2D89-622D-D952-149EE11C79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fr-FR" sz="2000">
                <a:solidFill>
                  <a:srgbClr val="CCCCCC"/>
                </a:solidFill>
              </a:rPr>
              <a:t>Bloc 3 CDA CESI — Déployer et sécuriser les applications informatiques
Louis Beaujoin — Juillet 2026</a:t>
            </a:r>
          </a:p>
        </p:txBody>
      </p:sp>
    </p:spTree>
    <p:extLst>
      <p:ext uri="{BB962C8B-B14F-4D97-AF65-F5344CB8AC3E}">
        <p14:creationId xmlns:p14="http://schemas.microsoft.com/office/powerpoint/2010/main" val="3772842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450733-3220-2329-E8DD-80833424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3200" b="1">
                <a:solidFill>
                  <a:srgbClr val="1A3A5C"/>
                </a:solidFill>
              </a:rPr>
              <a:t>Sommaire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1417B1-1ABC-E108-C9E5-2964533AB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600">
                <a:solidFill>
                  <a:srgbClr val="222222"/>
                </a:solidFill>
              </a:rPr>
              <a:t>1.  Contexte du projet CESIZen
2.  Plan de déploiement
    — Environnements Dev / Test / Prod
    — Stratégie Git &amp; Versioning
    — Pipeline CI/CD GitHub Actions
    — Docker (environnement de test)
3.  Plan de maintenance
    — Ticketing GitHub Issues &amp; Projects
    — SLA et méthodologie
    — Veille technologique
4.  Plan de sécurisation
    — Analyse OWASP &amp; Matrice de risques
    — Correctifs appliqués
    — RGPD &amp; Gestion de crise
5.  Démo live + Questions</a:t>
            </a:r>
          </a:p>
        </p:txBody>
      </p:sp>
    </p:spTree>
    <p:extLst>
      <p:ext uri="{BB962C8B-B14F-4D97-AF65-F5344CB8AC3E}">
        <p14:creationId xmlns:p14="http://schemas.microsoft.com/office/powerpoint/2010/main" val="393610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30F59F-6314-BB33-527E-93D3E29B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3200" b="1">
                <a:solidFill>
                  <a:srgbClr val="1A3A5C"/>
                </a:solidFill>
              </a:rPr>
              <a:t>Contexte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09D38E-5AA5-D2A0-97AC-3AE59E064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500">
                <a:solidFill>
                  <a:srgbClr val="222222"/>
                </a:solidFill>
              </a:rPr>
              <a:t>Commanditaire :  Ministère (fictif) — Direction Numérique
Budget :          75 000 € TTC
Durée :            12 mois
Livrable :         Plateforme web + application Android
Stack technique :
  • Laravel 13 / PHP 8.3
  • Tailwind CSS 4 + Vite 7
  • MySQL 8.0
  • Tests Pest (44 tests)
Fonctionnalités :
  • Authentification (inscription / connexion / profil)
  • Pages d'information sur la santé mentale
  • Exercices de respiration guidés (widget animé)
  • Back-office admin complet
  • API REST consommée par l'app Android</a:t>
            </a:r>
          </a:p>
        </p:txBody>
      </p:sp>
    </p:spTree>
    <p:extLst>
      <p:ext uri="{BB962C8B-B14F-4D97-AF65-F5344CB8AC3E}">
        <p14:creationId xmlns:p14="http://schemas.microsoft.com/office/powerpoint/2010/main" val="415158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4E2C69-BBB3-0F4D-1A5C-B73F116C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3200" b="1">
                <a:solidFill>
                  <a:srgbClr val="1A3A5C"/>
                </a:solidFill>
              </a:rPr>
              <a:t>Les 3 environnements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B701C9-EAFE-B217-7581-0A8582BCC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500">
                <a:solidFill>
                  <a:srgbClr val="222222"/>
                </a:solidFill>
              </a:rPr>
              <a:t>DEV — Développement quotidien
  WAMP local (Windows) — PHP 8.3 + MySQL — localhost
TEST — Validation et recette ✅ Opérationnel
  Docker Compose (app Laravel + MySQL 8)
  Démarrage en 1 commande : make up
  Accès : http://localhost:8080
PROD — Mise à disposition du public (théorique)
  VPS Linux Debian 12 — Nginx + PHP-FPM + MySQL
  HTTPS Let's Encrypt — cesizen.fr
  Sauvegardes quotidiennes mysqldump
L'environnement réellement configuré = TEST (Docker)</a:t>
            </a:r>
          </a:p>
        </p:txBody>
      </p:sp>
    </p:spTree>
    <p:extLst>
      <p:ext uri="{BB962C8B-B14F-4D97-AF65-F5344CB8AC3E}">
        <p14:creationId xmlns:p14="http://schemas.microsoft.com/office/powerpoint/2010/main" val="3683864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5C052-6088-6842-206B-82D0C728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2800" b="1">
                <a:solidFill>
                  <a:srgbClr val="1A3A5C"/>
                </a:solidFill>
              </a:rPr>
              <a:t>Stratégie de versioning — Git Flow simplifié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43033A-9DB5-3DAD-DD5E-D6596E72D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300">
                <a:solidFill>
                  <a:srgbClr val="222222"/>
                </a:solidFill>
              </a:rPr>
              <a:t>Branches :
  main      → code stable, livrable en production
  develop   → intégration des développements
  feature/* → fonctionnalité isolée (créée depuis develop)
Conventions de commit (Conventional Commits) :
  feat(auth): ajouter la connexion OAuth
  fix(login): corriger l'erreur 500 après 3 tentatives
  ci: ajouter le build Docker dans le pipeline
Tags de version (Semantic Versioning) :
  v1.0.0 → livraison initiale
  v1.1.0 → nouvelle fonctionnalité
  v1.0.1 → correctif de bug ou sécurité
Historique CESIZen :
  924518a  feat: initialisation du projet CESIZen
  306751d  feat(ci): configuration Docker et pipeline CI/CD
  e2ef478  feat(maintenance): templates GitHub Issues et PR
  29cdefc  feat(security): corrections de sécurité Phase 3</a:t>
            </a:r>
          </a:p>
        </p:txBody>
      </p:sp>
    </p:spTree>
    <p:extLst>
      <p:ext uri="{BB962C8B-B14F-4D97-AF65-F5344CB8AC3E}">
        <p14:creationId xmlns:p14="http://schemas.microsoft.com/office/powerpoint/2010/main" val="100279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6FB403-8CF6-072C-BED4-724BFA69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3200" b="1">
                <a:solidFill>
                  <a:srgbClr val="1A3A5C"/>
                </a:solidFill>
              </a:rPr>
              <a:t>Pipeline CI/CD — GitHub Actions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02EE1C-9BFC-96F3-66B4-0735CC18A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400">
                <a:solidFill>
                  <a:srgbClr val="222222"/>
                </a:solidFill>
              </a:rPr>
              <a:t>Déclencheur : push sur main ou develop, PR vers main
JOB 1 — Tests Pest (automatique)
  1. Checkout du code
  2. PHP 8.3 + extensions installés
  3. Cache Composer (accélération)
  4. composer install
  5. Copie .env.example + php artisan key:generate
  6. composer test → 44 tests, SQLite en mémoire
     ↓  Seulement si les tests passent ↓
JOB 2 — Build Docker Image
  1. Checkout du code
  2. docker build -t cesizen:{SHA} .
     → PHP 8.3 Apache + Node 20 + Vite build + Composer prod
Résultat : aucun code défaillant ne peut atteindre le test.</a:t>
            </a:r>
          </a:p>
        </p:txBody>
      </p:sp>
    </p:spTree>
    <p:extLst>
      <p:ext uri="{BB962C8B-B14F-4D97-AF65-F5344CB8AC3E}">
        <p14:creationId xmlns:p14="http://schemas.microsoft.com/office/powerpoint/2010/main" val="12534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7367B-DC31-72E4-C06C-F713B8F7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3200" b="1">
                <a:solidFill>
                  <a:srgbClr val="1A3A5C"/>
                </a:solidFill>
              </a:rPr>
              <a:t>Docker — Environnement de test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BCC70D-5324-A180-128B-64B66AF07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400">
                <a:solidFill>
                  <a:srgbClr val="222222"/>
                </a:solidFill>
              </a:rPr>
              <a:t>docker-compose.yml : 2 services
  app  ─── PHP 8.3 Apache ─── port 8080
               │
               └── attend que db soit prêt (healthcheck)
  db   ─── MySQL 8.0 ──────── volume persistant
Dockerfile :
  • Base : php:8.3-apache
  • Node.js 20 (assets Vite)
  • Composer (dépendances PHP prod)
  • Script entrypoint : migrations auto + Apache
Commandes Makefile :
  make up     → build + démarrage
  make seed   → migrations + données de démo
  make logs   → logs en direct
  make reset  → repart de zéro</a:t>
            </a:r>
          </a:p>
        </p:txBody>
      </p:sp>
    </p:spTree>
    <p:extLst>
      <p:ext uri="{BB962C8B-B14F-4D97-AF65-F5344CB8AC3E}">
        <p14:creationId xmlns:p14="http://schemas.microsoft.com/office/powerpoint/2010/main" val="119312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00B5BA-B289-1314-F1EB-90E22745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2800" b="1">
                <a:solidFill>
                  <a:srgbClr val="1A3A5C"/>
                </a:solidFill>
              </a:rPr>
              <a:t>Maintenance — GitHub Issues &amp; Projects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A7F6D4-300D-5851-D02D-455B24577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300">
                <a:solidFill>
                  <a:srgbClr val="222222"/>
                </a:solidFill>
              </a:rPr>
              <a:t>Un seul outil pour code + CI + tickets = meilleure traçabilité
Labels configurés :
  Type :      bug / evolution / maintenance / dependabot
  Criticité : bloquant-critique / bloquant-fort / majeur / mineur
  Statut :    en-cours / en-test
Templates d'issue :
  • Déclaration d'incident (criticité + SLA pré-remplis)
  • Demande d'évolution (critères d'acceptation)
Board GitHub Projects — 4 colonnes :
  À traiter → En cours → En test → Terminé
Tickets de démonstration créés :
  #13 [BUG] Erreur 500 connexion     → bloquant-critique
  #14 [BUG] Affichage mobile          → majeur
  #15 [ÉVOLUTION] Historique sessions → évolution
  #16 [MAINTENANCE] MAJ Laravel       → terminé</a:t>
            </a:r>
          </a:p>
        </p:txBody>
      </p:sp>
    </p:spTree>
    <p:extLst>
      <p:ext uri="{BB962C8B-B14F-4D97-AF65-F5344CB8AC3E}">
        <p14:creationId xmlns:p14="http://schemas.microsoft.com/office/powerpoint/2010/main" val="1214097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7CCF2-CEA5-0783-7943-7F200400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3200" b="1">
                <a:solidFill>
                  <a:srgbClr val="1A3A5C"/>
                </a:solidFill>
              </a:rPr>
              <a:t>Méthodologie SLA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3E122C-F6D0-E9BD-BCCF-9BA8877DD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300">
                <a:solidFill>
                  <a:srgbClr val="222222"/>
                </a:solidFill>
              </a:rPr>
              <a:t>Cycle de vie d'un ticket :
  Signalement → [À traiter] → [En cours] → [En test] → [Terminé]
                   ↕               ↕             ↕
               Qualification   PR ouverte   Validation
               + SLA déclenché  Tests CI    Ministère
SLA contractuels :
  Bloquant critique : prise en compte 1h / correction 3h
  Bloquant fort :      prise en compte 2h / correction 6h
  Majeur :              prise en compte 7h / correction 16h
  Mineur (par lots) :   prise en compte 1j / correction 40h
Communication :
  • Canal principal : GitHub Issues (traçabilité totale)
  • Canal urgence : email direct (bloquant critique)
  • Compte-rendu mensuel : export GitHub Projects
  • Réunion mensuelle : revue + priorisation évolutions</a:t>
            </a:r>
          </a:p>
        </p:txBody>
      </p:sp>
    </p:spTree>
    <p:extLst>
      <p:ext uri="{BB962C8B-B14F-4D97-AF65-F5344CB8AC3E}">
        <p14:creationId xmlns:p14="http://schemas.microsoft.com/office/powerpoint/2010/main" val="375336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B6E31-4E2D-49FA-55BF-23F15331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3200" b="1">
                <a:solidFill>
                  <a:srgbClr val="1A3A5C"/>
                </a:solidFill>
              </a:rPr>
              <a:t>Veille technologique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7CD8FF-DE31-2FC5-A61F-3FD6D0457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400">
                <a:solidFill>
                  <a:srgbClr val="222222"/>
                </a:solidFill>
              </a:rPr>
              <a:t>Sources et fréquences :
  Automatique (Dependabot) :
    → PR hebdomadaire pour Composer + npm + GitHub Actions
    → Tests CI exécutés sur la PR avant merge
  Manuelle (hebdomadaire) :
    → Laravel News (laravel-news.com)
    → CHANGELOG Laravel (GitHub)
    → Bulletins ANSSI / CVE pour les alertes sécurité
  Mensuelle :
    → PHP RFC (évolutions du langage)
    → Revue des dépendances directes
Processus :
  Alerte Dependabot → lecture CHANGELOG → vérification
  → Tests → merge si vert → tag de version si besoin
Alerte critique → ticket bloquant-critique → SLA 1h/3h</a:t>
            </a:r>
          </a:p>
        </p:txBody>
      </p:sp>
    </p:spTree>
    <p:extLst>
      <p:ext uri="{BB962C8B-B14F-4D97-AF65-F5344CB8AC3E}">
        <p14:creationId xmlns:p14="http://schemas.microsoft.com/office/powerpoint/2010/main" val="44587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9D9127-E4AA-FCB7-43B6-748A0ADD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2800" b="1">
                <a:solidFill>
                  <a:srgbClr val="1A3A5C"/>
                </a:solidFill>
              </a:rPr>
              <a:t>Analyse OWASP — Ce que Laravel couvre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9DA52D-771A-F2BB-4994-2502EBD55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300">
                <a:solidFill>
                  <a:srgbClr val="222222"/>
                </a:solidFill>
              </a:rPr>
              <a:t>Laravel protège automatiquement contre :
  ✅ Injection SQL (A03)
     Eloquent ORM = requêtes préparées, paramétrage automatique
     Aucune requête SQL brute dans le code
  ✅ XSS HTML (A03)
     Blade {{ }} = htmlspecialchars() automatique
     Toutes les variables échappées par défaut
  ✅ CSRF (A01)
     Token @csrf dans chaque formulaire, vérifié par middleware
  ✅ Mots de passe (A02)
     Cast 'hashed' sur le modèle + bcrypt 12 rounds
  ✅ Contrôle d'accès admin (A01)
     Double middleware auth + admin, isAdmin() sur le modèle
     Anti-auto-suppression et anti-auto-désactivation
  ✅ Fixation de session (A07)
     session()-&gt;regenerate() après chaque connexion</a:t>
            </a:r>
          </a:p>
        </p:txBody>
      </p:sp>
    </p:spTree>
    <p:extLst>
      <p:ext uri="{BB962C8B-B14F-4D97-AF65-F5344CB8AC3E}">
        <p14:creationId xmlns:p14="http://schemas.microsoft.com/office/powerpoint/2010/main" val="129735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E2E6FD-0A15-A688-9CB2-D9683DE6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2800" b="1">
                <a:solidFill>
                  <a:srgbClr val="1A3A5C"/>
                </a:solidFill>
              </a:rPr>
              <a:t>Matrice de risques &amp; correctifs appliqués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5B61A0-5070-FA9B-2027-9E86AFB8A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300">
                <a:solidFill>
                  <a:srgbClr val="222222"/>
                </a:solidFill>
              </a:rPr>
              <a:t>Criticité = Probabilité × Impact (sur 25)
  R1  Brute force login        → 4×5=20  ✅ throttle:5,1 ajouté
  R2  XSS paramètres → script  → 3×4=12  ✅ cast (int) ajouté
  R11 Panne / perte données     → 2×5=10  ⚠️ sauvegarde prod
  R4  APP_DEBUG=true en prod    → 3×3= 9  ✅ .env.example corrigé
  R3  Token API en clair        → 2×4= 8  ⚠️ hachage recommandé
  R5  Absence en-têtes HTTP     → 4×2= 8  ✅ middleware ajouté
  R6  Injection SQL              → 1×5= 5  ✅ Eloquent natif
  R7  XSS HTML                   → 1×4= 4  ✅ Blade natif
  R8  CSRF                       → 1×4= 4  ✅ @csrf natif
  R9  Mots de passe faibles      → 1×5= 5  ✅ bcrypt natif
  R10 Escalade de privilèges    → 1×5= 5  ✅ middleware natif
  R12 Fuite données perso       → 1×5= 5  ✅ RGPD + sécurité
  10/12 risques couverts = 83%  ✅  (objectif : 75%)</a:t>
            </a:r>
          </a:p>
        </p:txBody>
      </p:sp>
    </p:spTree>
    <p:extLst>
      <p:ext uri="{BB962C8B-B14F-4D97-AF65-F5344CB8AC3E}">
        <p14:creationId xmlns:p14="http://schemas.microsoft.com/office/powerpoint/2010/main" val="3374218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F657F1-4025-6FE3-C0D0-B2EE98E1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2800" b="1">
                <a:solidFill>
                  <a:srgbClr val="1A3A5C"/>
                </a:solidFill>
              </a:rPr>
              <a:t>RGPD — Données personnelles &amp; droits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40BB39-A6B8-9CB5-0053-20CC5BC58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300">
                <a:solidFill>
                  <a:srgbClr val="222222"/>
                </a:solidFill>
              </a:rPr>
              <a:t>Données collectées par CESIZen :
  • Nom + e-mail      → authentification  → durée du compte + 1 an
  • Mot de passe haché → sécurité          → durée du compte
  • Sessions respiration → suivi personnel → 2 ans glissants
  • Sessions Laravel     → maintien connexion → 120 min
Principes appliqués :
  ✅ Minimisation : seulement ce qui est nécessaire
  ✅ Sécurité : bcrypt + HTTPS + en-têtes HTTP
  ✅ Hébergement UE obligatoire (données de santé mentale)
  ✅ Droits : consultation + modification + suppression admin
Gestion de crise (fuite de données) :
  T+0    Détection
  T+2h   Notification DSI + DPO du Ministère
  T+72h  Déclaration CNIL obligatoire (notifications.cnil.fr)
  T+72h  Communication aux utilisateurs concernés
  T+7j   Rapport post-incident + plan de remédiation</a:t>
            </a:r>
          </a:p>
        </p:txBody>
      </p:sp>
    </p:spTree>
    <p:extLst>
      <p:ext uri="{BB962C8B-B14F-4D97-AF65-F5344CB8AC3E}">
        <p14:creationId xmlns:p14="http://schemas.microsoft.com/office/powerpoint/2010/main" val="1368233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4E490-A4A6-7003-5FCE-DB48DA87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lang="fr-FR" sz="4000" b="1">
                <a:solidFill>
                  <a:srgbClr val="FFFFFF"/>
                </a:solidFill>
              </a:rPr>
              <a:t>Démonstration live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74347E-9978-098F-F7D1-09B6CD964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algn="ctr"/>
            <a:r>
              <a:rPr lang="fr-FR" sz="2000">
                <a:solidFill>
                  <a:srgbClr val="CCCCCC"/>
                </a:solidFill>
              </a:rPr>
              <a:t>1. Versioning : commit → push → pipeline CI sur GitHub
2. Ticketing : board Projects, cycle de vie d'un ticket
Durée : ~6 minutes</a:t>
            </a:r>
          </a:p>
        </p:txBody>
      </p:sp>
    </p:spTree>
    <p:extLst>
      <p:ext uri="{BB962C8B-B14F-4D97-AF65-F5344CB8AC3E}">
        <p14:creationId xmlns:p14="http://schemas.microsoft.com/office/powerpoint/2010/main" val="3824783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FECFC2-4C48-EE83-EE6F-78942564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fr-FR" sz="3200" b="1">
                <a:solidFill>
                  <a:srgbClr val="1A3A5C"/>
                </a:solidFill>
              </a:rPr>
              <a:t>Conclusion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04725B-D787-D717-144F-A504A5D73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fr-FR" sz="1400">
                <a:solidFill>
                  <a:srgbClr val="222222"/>
                </a:solidFill>
              </a:rPr>
              <a:t>Ce qui est en place :
  ✅ 1 environnement réellement configuré (Docker)
  ✅ Pipeline CI/CD automatisé (GitHub Actions)
  ✅ 44 tests automatisés (bloquants si échoués)
  ✅ Ticketing structuré (Issues + Projects + SLA)
  ✅ Veille automatique (Dependabot)
  ✅ 83% des risques OWASP couverts
  ✅ Correctifs appliqués dans le vrai code
  ✅ RGPD documenté et intégré
Un seul outil pour tout : GitHub
  → Code + CI/CD + Tickets + Revue de code
  → Traçabilité totale de chaque changement
Merci pour votre attention.</a:t>
            </a:r>
          </a:p>
        </p:txBody>
      </p:sp>
    </p:spTree>
    <p:extLst>
      <p:ext uri="{BB962C8B-B14F-4D97-AF65-F5344CB8AC3E}">
        <p14:creationId xmlns:p14="http://schemas.microsoft.com/office/powerpoint/2010/main" val="19347620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Office PowerPoint</Application>
  <PresentationFormat>Personnalisé</PresentationFormat>
  <Paragraphs>30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CESIZen</vt:lpstr>
      <vt:lpstr>Sommaire</vt:lpstr>
      <vt:lpstr>Contexte du projet</vt:lpstr>
      <vt:lpstr>Les 3 environnements</vt:lpstr>
      <vt:lpstr>Stratégie de versioning — Git Flow simplifié</vt:lpstr>
      <vt:lpstr>Pipeline CI/CD — GitHub Actions</vt:lpstr>
      <vt:lpstr>Docker — Environnement de test</vt:lpstr>
      <vt:lpstr>Maintenance — GitHub Issues &amp; Projects</vt:lpstr>
      <vt:lpstr>Méthodologie SLA</vt:lpstr>
      <vt:lpstr>Veille technologique</vt:lpstr>
      <vt:lpstr>Analyse OWASP — Ce que Laravel couvre</vt:lpstr>
      <vt:lpstr>Matrice de risques &amp; correctifs appliqués</vt:lpstr>
      <vt:lpstr>RGPD — Données personnelles &amp; droits</vt:lpstr>
      <vt:lpstr>Démonstration live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BEAUJOIN LOUIS</dc:creator>
  <cp:lastModifiedBy>BEAUJOIN LOUIS</cp:lastModifiedBy>
  <cp:revision>1</cp:revision>
  <dcterms:created xsi:type="dcterms:W3CDTF">2026-07-02T10:43:28Z</dcterms:created>
  <dcterms:modified xsi:type="dcterms:W3CDTF">2026-07-02T10:43:28Z</dcterms:modified>
</cp:coreProperties>
</file>